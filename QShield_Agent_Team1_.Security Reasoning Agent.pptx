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9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774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2286000"/>
            <a:ext cx="5760720" cy="5760720"/>
          </a:xfrm>
          <a:prstGeom prst="ellipse">
            <a:avLst/>
          </a:prstGeom>
          <a:solidFill>
            <a:srgbClr val="1A2B5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91556" y="502920"/>
            <a:ext cx="1005840" cy="1005840"/>
          </a:xfrm>
          <a:prstGeom prst="ellipse">
            <a:avLst/>
          </a:prstGeom>
          <a:solidFill>
            <a:srgbClr val="132038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91556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20" dirty="0">
                <a:solidFill>
                  <a:srgbClr val="000000"/>
                </a:solidFill>
              </a:rPr>
              <a:t>🛡️</a:t>
            </a:r>
            <a:endParaRPr lang="en-US" sz="242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Q-Shield Agent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2542032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Post-Quantum Cryptography Security Assessment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920240" y="3063240"/>
            <a:ext cx="8348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of quantum-vulnerable cryptography with NIST-backed guidance, LLM-driven reporting, built-in AI guardrails, and CI/CD-native PR integration.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64792" y="3886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2203D"/>
          </a:solidFill>
          <a:ln w="9525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64792" y="38862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CBOM 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9584" y="3886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2203D"/>
          </a:solidFill>
          <a:ln w="9525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9584" y="38862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94376" y="3886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2203D"/>
          </a:solidFill>
          <a:ln w="9525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94376" y="38862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59168" y="3886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2203D"/>
          </a:solidFill>
          <a:ln w="9525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59168" y="38862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23960" y="3886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2203D"/>
          </a:solidFill>
          <a:ln w="9525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23960" y="38862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Compliant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4892040"/>
            <a:ext cx="4873752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THEME: SECURITY REASONING 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54406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Megha Narendra Simha  ·  Sai Shruthi Sridhar  ·  Poorrnima Palanisamy Vetrivelan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80160" y="1115568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will break widely-used cryptography. Most organizations aren't ready — and don't even know what's at risk.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9516" y="214884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25396" y="2514600"/>
            <a:ext cx="731520" cy="731520"/>
          </a:xfrm>
          <a:prstGeom prst="ellipse">
            <a:avLst/>
          </a:prstGeom>
          <a:solidFill>
            <a:srgbClr val="1E1720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25396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000000"/>
                </a:solidFill>
              </a:rPr>
              <a:t>⚛️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928116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Breaks Crypto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3836" y="39319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will break RSA, ECDSA, and Diffie-Hellman. “Harvest now, decrypt later” attacks are already happening today.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2836" y="214884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28716" y="2514600"/>
            <a:ext cx="731520" cy="731520"/>
          </a:xfrm>
          <a:prstGeom prst="ellipse">
            <a:avLst/>
          </a:prstGeom>
          <a:solidFill>
            <a:srgbClr val="1E1720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28716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000000"/>
                </a:solidFill>
              </a:rPr>
              <a:t>🔍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4631436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7156" y="39319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don't know which algorithms are embedded in their codebases. Manual audits are slow, incomplete, and don't scale across repositories.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214884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432036" y="2514600"/>
            <a:ext cx="731520" cy="731520"/>
          </a:xfrm>
          <a:prstGeom prst="ellipse">
            <a:avLst/>
          </a:prstGeom>
          <a:solidFill>
            <a:srgbClr val="1E1720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32036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000000"/>
                </a:solidFill>
              </a:rPr>
              <a:t>📋</a:t>
            </a:r>
            <a:endParaRPr lang="en-US" sz="1760" dirty="0"/>
          </a:p>
        </p:txBody>
      </p:sp>
      <p:sp>
        <p:nvSpPr>
          <p:cNvPr id="17" name="Text 15"/>
          <p:cNvSpPr/>
          <p:nvPr/>
        </p:nvSpPr>
        <p:spPr>
          <a:xfrm>
            <a:off x="8334756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Migration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0476" y="39319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has published PQC standards (FIPS 203, 204) but translating them into prioritized engineering plans requires deep expertise most teams lack.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80160" y="1115568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security and engineering teams responsible for cryptographic risk management.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6656" y="21488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2468880"/>
            <a:ext cx="640080" cy="640080"/>
          </a:xfrm>
          <a:prstGeom prst="ellipse">
            <a:avLst/>
          </a:prstGeom>
          <a:solidFill>
            <a:srgbClr val="132038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097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dirty="0">
                <a:solidFill>
                  <a:srgbClr val="000000"/>
                </a:solidFill>
              </a:rPr>
              <a:t>🔒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932688" y="3246120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Security Engineers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50976" y="39319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cryptographic assets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PQC readiness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governance evidence for compliance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9976" y="21488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54296" y="2468880"/>
            <a:ext cx="640080" cy="640080"/>
          </a:xfrm>
          <a:prstGeom prst="ellipse">
            <a:avLst/>
          </a:prstGeom>
          <a:solidFill>
            <a:srgbClr val="132038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429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dirty="0">
                <a:solidFill>
                  <a:srgbClr val="000000"/>
                </a:solidFill>
              </a:rPr>
              <a:t>👩‍💻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4636008" y="3246120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54296" y="39319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actionable migration recommendations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 existing CI/CD workflow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switching required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21488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57616" y="2468880"/>
            <a:ext cx="640080" cy="640080"/>
          </a:xfrm>
          <a:prstGeom prst="ellipse">
            <a:avLst/>
          </a:prstGeom>
          <a:solidFill>
            <a:srgbClr val="132038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5761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dirty="0">
                <a:solidFill>
                  <a:srgbClr val="000000"/>
                </a:solidFill>
              </a:rPr>
              <a:t>🏛️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8339328" y="3246120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Compliance Officers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57616" y="39319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quantum readiness scores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prioritization by wave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NIST-referenced audit artifacts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80160" y="1115568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quantum security assessment — from code to compliance.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9264" y="196596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6424" y="2103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06424" y="2560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6424" y="2880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inventories cryptographic assets from CBOM and SonarQube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71416" y="196596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08576" y="2103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08576" y="2560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8576" y="2880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quantum-vulnerable algorithms like RSA, SHA-1, MD5, AES-128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73568" y="196596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10728" y="2103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10728" y="2560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10728" y="2880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 built from NIST FIPS 203, 204, and SP 1800-38B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9264" y="3822192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6424" y="3959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06424" y="44165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6424" y="47365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generates contextual security assessments grounded in evidence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71416" y="3822192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08576" y="3959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08576" y="44165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08576" y="47365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recommendations, remediation plans, and quantum readiness scores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73568" y="3822192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10728" y="39593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110728" y="44165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10728" y="47365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reports validated by guardrails, posted directly to PR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5742432"/>
            <a:ext cx="8165592" cy="594360"/>
          </a:xfrm>
          <a:prstGeom prst="roundRect">
            <a:avLst>
              <a:gd name="adj" fmla="val 12308"/>
            </a:avLst>
          </a:prstGeom>
          <a:solidFill>
            <a:srgbClr val="132038"/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94560" y="5742432"/>
            <a:ext cx="7799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Automated, evidence-based quantum security assessments — delivered in your pull request.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&amp;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80160" y="1115568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automated in CI — triggered on every pull request.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425196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2–5 run as GitHub Actions jobs; step 6 is a required status check that blocks merge below the readiness threshold.</a:t>
            </a:r>
            <a:endParaRPr lang="en-US" sz="10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6126540-C5A3-D73E-53E0-1859E5349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72917"/>
            <a:ext cx="7772400" cy="42394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Safety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80160" y="1115568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ensure the generated report is accurate, safe, and structurally complete.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6656" y="21031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6656" y="2103120"/>
            <a:ext cx="3429000" cy="54864"/>
          </a:xfrm>
          <a:prstGeom prst="round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05256" y="23317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🛡️ Prompt Injection Protection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05256" y="28163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inputs (RAG docs, SonarQube data, CBOM) before they reach the LLM.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05256" y="37947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 detection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manipulation patterns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 attempts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injection attacks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Auto-sanitization of threats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9976" y="21031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79976" y="2103120"/>
            <a:ext cx="3429000" cy="54864"/>
          </a:xfrm>
          <a:prstGeom prst="round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08576" y="23317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Hallucination Detection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08576" y="28163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every claim in the report against source evidence — nothing is taken on faith.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08576" y="37947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existence vs CBOM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reference verification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 &amp; line cross-check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consistency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ID validation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21031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83296" y="2103120"/>
            <a:ext cx="3429000" cy="54864"/>
          </a:xfrm>
          <a:prstGeom prst="round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11896" y="23317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Output Validation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11896" y="281635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report meets structural requirements and contains no fabricated content.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11896" y="37947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section presence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reference detection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refusal pattern detection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coverage completeness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561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Result</a:t>
            </a:r>
            <a:endParaRPr lang="en-US" sz="3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09EA68-DF66-F868-5A98-082E9FA44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170" y="3859825"/>
            <a:ext cx="4633195" cy="26068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9D3951-88BF-2B74-D37A-66D5C7C9C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24" y="3909900"/>
            <a:ext cx="5852160" cy="25067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9BDFC1-8555-D550-4A17-1305BA264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67619"/>
            <a:ext cx="5767753" cy="26068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7FB061-C02E-E8DF-8544-83AA176B8A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393" y="941197"/>
            <a:ext cx="5323919" cy="26716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80160" y="1115568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key questions about Q-Shield Agent's value and differentiation.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75688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When we already have a GitHub workflow, what is the use of the agent?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5120640" cy="365760"/>
          </a:xfrm>
          <a:prstGeom prst="roundRect">
            <a:avLst>
              <a:gd name="adj" fmla="val 15000"/>
            </a:avLst>
          </a:prstGeom>
          <a:solidFill>
            <a:srgbClr val="122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4414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infrastructure; the agent is intelligence.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orchestrates steps — cannot reason or correlate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synthesizes findings into actionable narrative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Self-validates output through guardrails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593592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Won't GitHub Copilot do the same thing?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5120640" cy="365760"/>
          </a:xfrm>
          <a:prstGeom prst="roundRect">
            <a:avLst>
              <a:gd name="adj" fmla="val 15000"/>
            </a:avLst>
          </a:prstGeom>
          <a:solidFill>
            <a:srgbClr val="122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a generalist with no access to your security context.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507992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CBOM, SonarQube, or PQC rule ingestion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retrieval from NIST standards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produce governance artifacts (scores, waves, compliance)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221224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330952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Is the agent taking action or just giving recommendations?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696712"/>
            <a:ext cx="5120640" cy="365760"/>
          </a:xfrm>
          <a:prstGeom prst="roundRect">
            <a:avLst>
              <a:gd name="adj" fmla="val 15000"/>
            </a:avLst>
          </a:prstGeom>
          <a:solidFill>
            <a:srgbClr val="122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56967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enforces — blocks PR merges when readiness score is below threshold.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6135624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 is a concrete enforcement action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structured recommendations (algorithms, effort, owners)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Auto-patching excluded — crypto migration requires human judgment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80160" y="1115568"/>
            <a:ext cx="9628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Q-Shield Agent does not cover — important for honest assessment.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8076" y="1965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2668" y="2075688"/>
            <a:ext cx="502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9596" y="20574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CBOM Completeness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339596" y="23500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only sees cryptographic assets present in the CBOM input. If the CBOM scanner misses a dependency, Q-Shield won't detect it.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31636" y="1965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96228" y="2075688"/>
            <a:ext cx="502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3156" y="20574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Accuracy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63156" y="23500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guardrails, LLM outputs may still contain imprecise language. Guardrails catch structural issues — not subtle semantic errors.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" y="33832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2668" y="3493008"/>
            <a:ext cx="502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9596" y="34747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API Dependency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39596" y="37673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requires Mistral API access. If the API is unavailable or rate-limited, the pipeline step will fail.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31636" y="33832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96228" y="3493008"/>
            <a:ext cx="502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63156" y="34747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Auto-Remediation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63156" y="37673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Q-Shield recommends fixes but does not automatically apply code changes. Engineers must implement the migration manually.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" y="48006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2668" y="4910328"/>
            <a:ext cx="502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39596" y="489204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Analysis Scope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39596" y="518464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usage detected at build/config time only. Runtime-negotiated algorithms (TLS handshakes, dynamic key selection) are not covered.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31636" y="48006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96228" y="4910328"/>
            <a:ext cx="502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63156" y="489204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Currency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63156" y="518464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is limited to the NIST PDFs in the repository. New NIST publications require manual ingestion to update guidance.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823</Words>
  <Application>Microsoft Macintosh PowerPoint</Application>
  <PresentationFormat>Widescreen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Megha Simha</cp:lastModifiedBy>
  <cp:revision>5</cp:revision>
  <dcterms:created xsi:type="dcterms:W3CDTF">2026-08-01T05:43:51Z</dcterms:created>
  <dcterms:modified xsi:type="dcterms:W3CDTF">2026-08-01T05:50:53Z</dcterms:modified>
</cp:coreProperties>
</file>